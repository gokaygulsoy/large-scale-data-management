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6" r:id="rId15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48"/>
    <p:restoredTop sz="70368"/>
  </p:normalViewPr>
  <p:slideViewPr>
    <p:cSldViewPr snapToGrid="0">
      <p:cViewPr varScale="1">
        <p:scale>
          <a:sx n="77" d="100"/>
          <a:sy n="77" d="100"/>
        </p:scale>
        <p:origin x="151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97BE9-6EAC-2949-9031-FB3B8457D9A9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E5745-CA87-0042-A4F0-20CD165D814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982120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1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66654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2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02612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A37D-8E1F-B59F-F93F-2CBDD54B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CF861-19FB-2783-F0AE-81EC5CF89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A5530-15DA-D85A-F6F5-35C329467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06E43-C3B9-AC5E-B8D3-40AB45808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3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52102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4207-A9C8-6E70-0A65-858053C5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09F35-76F4-1638-B2D2-2ED257079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26876-1D7C-DDF3-43C3-67C6AAB6F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C86BC-1F01-20E5-6746-66798D7CA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4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56435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ECE6-38A2-076B-43B5-B051FAA9A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E097E-A4A4-5A99-0A57-532E19D9E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5C810-F3A7-2B6E-D73D-C6E4C21B6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D350F-6B18-E8D8-B127-9D5278588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5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52069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53891-8217-0295-74D0-3BE2046F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7A4C3-947D-A42E-BDF4-EC8DF4979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6F8B4-9050-7531-4B9C-2401628D2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BD95E-BD5F-4100-2F4F-DF58AA02E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6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84132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A6B5-C437-EEE7-A3BA-E6596961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5121E-17E5-368E-D8D4-B9E273EDC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B1922-0123-7067-C77B-90A9D5CF7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683A3-5578-13F3-2CA5-972C6258F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7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181614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EC60-BC54-BF0F-E83A-F9969F61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E5413-B213-F57A-E804-DEA1A6DB4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0E99E-6DB4-E236-6537-F2CE62BA6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E8CBC-9275-5712-3B83-E305C3F16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8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92894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BE4B-C776-4ECC-DA0E-0F3AEE7EE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A650E-AE17-0244-B2B9-19F4A06B7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7BA42-63E0-3EC4-A95C-B8F6D7E3A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1D1EC-92F3-A296-E010-F31D1B9E7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9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894114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EE74-05E6-493D-7669-86401570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5519E-66F3-C4A9-FA46-61A5E61B3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E6FB8-1384-4D8B-651D-8D4085B3F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2CD36-CD02-1174-AA10-B19C499E7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10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173187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F7B8-C7B2-BE25-C136-9202F929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5FB4A-867F-702F-C400-DBE1937DE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FE8FE-7D6D-8547-056D-7DC67416B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160E6-DE5B-7A5C-9B24-BE90951BF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11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70945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2C78-1073-9D7B-8F45-6318C7CBF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24C9B-CB73-B228-3782-C72E5C93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9E94D-6133-ADC3-CAEF-B5D14F31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FCF94-A62A-5BF9-A4C8-8F125A8C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5385E-46B6-DDCB-20C7-5529475E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738518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B7081-4686-0330-01EB-1CB029BD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28D7-170E-098A-C0EB-93D59F86B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D0EF1-F07E-ACE2-3AC5-FB6DC925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EF348-7C58-D856-8395-7187FEFC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90425-4A87-F05A-E7AE-38EDAD20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1339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A56B-7349-CED5-D1EF-64A3454B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EDC02-01F7-C04F-17FF-8F95377BB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1B955-5DC4-C65F-95EA-6B23205C0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D8628-0019-E574-51C9-BC5993E6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2A9A-71B0-DDEB-2F0C-CE82CD29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5862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DA05-A79E-AB57-E2B2-0F9A9193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65D77-B522-A722-755A-590553456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8B6DA-0B8F-EC5A-31AE-EEC15A6D8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AAAD3-4799-3B1E-CE44-2BC5671E8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65789-11AF-7F88-0298-2411E90B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BB41B-7554-076F-79C1-DC38564E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6984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4B825-C1BD-FC08-A577-F235EFBC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6197C-BB55-ED06-26D1-9BC23DA08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59C62-0FFB-3339-F338-1444FC55C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01D86-E9B9-96A1-A83B-3FA5E7D96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96483B-7F42-9FEA-3B66-C0F0DFA0F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33D7A-943E-4020-C257-F8F85EDE9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3BA2C-0C3E-D373-BB98-CBB93596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0D1C9-9C80-93FE-7685-42BE26857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101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F354-0830-6737-FBBF-575F4E856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EE27E-7A18-F994-64E7-9E595E14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BA4EB-DCEE-D97E-E5E7-2FB0612A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1631F-C4F3-2052-07AA-D6DE4487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1597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2FBDF-6B1B-C396-AEA6-4DD2AC67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C9683-43CF-39E3-B917-2F2DF57A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ED66D-6E2E-1884-E8F0-41B7378D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81342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A696-A1EC-5CEB-6106-FDC28983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F7473-D1A9-A379-CAD6-9ED4BE98A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C50A1-E264-8C15-B460-C1873AE9B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1669A-EFDE-BD2B-2F93-37A28992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324F8-EF0F-F80F-C3A6-137536435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490A7-8105-7D1F-0293-0A952D15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4963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626EA-2DE6-D824-95BC-CF01A0206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2BF8F-5971-00AF-D654-8D5731E34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E0CEE-20A2-F485-603F-19F300B5D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8E1D4-7A15-24B2-73DF-5719511A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3FA8-B997-3BE1-8F86-EC6DF7AE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78FDD-37A2-E81F-69ED-B50F50C9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0596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CB97-8591-331A-D30A-E3733DBC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E82E1-8CF1-FB57-0900-1E51B232D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AC3D3-5A54-04E1-5C23-3CDA0EFE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44E-F910-F343-32AC-3E5634A5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C7CE9-B499-5FB6-239A-613B2604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32013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0F9E0-E5AA-C8AC-FC7D-B3CD54967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5DB33-0ED8-30C6-1B96-3AE322A2E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151E6-7EE3-FE80-654B-259F0214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0FDC1-628A-4E45-DDE4-C2774F6B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18211-4E55-87CF-A035-200F48A6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94859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8E4BE-A479-B2EF-3CFB-45C3BE9B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A2335-A89D-DF5D-521A-B14655774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ED811-BB6B-F5C4-B2A8-F7D59E2D2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0C5BC-CA8D-4F1D-E398-842511BD3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BA40B-0552-99C6-6E6F-0BE0B6E83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5447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C192A-16F7-5B0E-8F3E-E30A85E42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Evaluating LLM Dataset Quality: The IaaS Concept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0269A80-D65B-76EE-246C-4F5ED8D13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226" y="2890979"/>
            <a:ext cx="9833548" cy="269397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on: A Survey of LLM × DATA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Aslı ÖZKAN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CENG544- Large Scale Data Management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2025-2026 Fall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077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38206-CDFF-7E9C-95CE-52808536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80"/>
            <a:ext cx="9833548" cy="1102298"/>
          </a:xfrm>
        </p:spPr>
        <p:txBody>
          <a:bodyPr anchor="b">
            <a:normAutofit/>
          </a:bodyPr>
          <a:lstStyle/>
          <a:p>
            <a:pPr algn="ctr"/>
            <a:r>
              <a:rPr lang="en-T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ED01A-4380-4867-6AA3-A7DA395D6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en-T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Aslı Özkan</a:t>
            </a:r>
          </a:p>
          <a:p>
            <a:r>
              <a:rPr lang="en-T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 Student in Computer Engineering, IZTECH</a:t>
            </a:r>
          </a:p>
          <a:p>
            <a:r>
              <a:rPr lang="en-T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of this presentation: Section 2.1 - IaaS Concept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T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LLM Data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092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BF6C8-AFFB-E68B-5232-2BB3461F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4BC3564-B09F-AFF7-5615-E5A6E3C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26471A-E104-D944-B1A6-92017A88F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146A5-A4C5-085B-1B76-8398E4A6E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94597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A2C276-CCD3-CAED-38DE-790EFDC2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5F300CD7-E21D-90C4-D66B-225358689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F257EB23-FD0D-6F04-237C-EFF631A77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15587842-BB06-B261-4A43-C50E88BDA2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3E9BEEE3-51E9-AB3A-2F05-36BDCAA92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4D181-4F6B-6094-FF14-D8A62C1B4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184276"/>
            <a:ext cx="9833548" cy="3938227"/>
          </a:xfrm>
        </p:spPr>
        <p:txBody>
          <a:bodyPr>
            <a:normAutofit lnSpcReduction="10000"/>
          </a:bodyPr>
          <a:lstStyle/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Why Data Quality Matters for LLMs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IaaS Concept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Inclusiveness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Abundance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Articulation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Sanitization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IaaS Dimensions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143C4FF-613B-A4AC-7D64-4B5DD1FF8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46BB852-D678-0105-C5FB-ED81D3791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82627D-EB09-C03B-AF0D-AC38BAB1F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BA0099-FF45-8593-1C6C-DBE9BD924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2A70645-0E77-8751-160E-ECCC3978AF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396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C290A-9727-4662-A41E-39F69584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87AFC64-A5A1-F433-DB39-5781B495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2F4EFB-6846-9E9D-12C6-C551B6042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3AB2B-6255-68E0-8344-9F92E3B0A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30138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Motivation- Why Data Quality Matters for LLM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0A7A2E-68D1-CF11-43DD-48725CE17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75EA85B3-B3DB-2389-19A2-46FBB74E2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DFB133FA-4B65-102F-B295-A08B5A6CF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F220E040-1523-3DB2-88F4-CE2FA0BED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53F77ACB-0F35-D289-3003-65F0CF76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05B6-4FCC-BA43-158B-D31F87273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651375"/>
            <a:ext cx="9833548" cy="3938227"/>
          </a:xfrm>
        </p:spPr>
        <p:txBody>
          <a:bodyPr>
            <a:normAutofit/>
          </a:bodyPr>
          <a:lstStyle/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progress is not driven by models alone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impacts the entire LLM lifecycle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research is largely model-centric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data evaluation framework is missing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6D3DAE-78AD-6BD3-140E-B4766BC04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EF4E2F9-DE2C-1845-C6E4-E1C4F8754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7F069FF-7E02-685E-FA42-70BA57743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6F5EC9-0E53-0F86-63FF-C7EC26DBF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D9129F-C3C9-0E7D-F9CA-AA7C5C0AC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845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AE9A8-2B0E-405B-0D4C-02F1BE36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2F1B443-7B24-F029-AC18-24F171502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6E7AA0-60A7-9EF9-28E1-5ED07CC75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AD535-681D-879B-F43E-2D563F9B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IaaS Concept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4F3CB2-82C7-1666-6B41-855CE03A0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B27D6DB5-552C-8BC9-3381-85A9CFB63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91AA3B40-9F36-174D-A76D-D9501923B5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B8DF4976-F819-8084-371B-1C3E13751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C5F576E9-AD58-1D5B-ABFC-FF5F75B08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64B8C-D141-742A-29B9-46A2B1A31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323318"/>
            <a:ext cx="9833548" cy="3938227"/>
          </a:xfrm>
        </p:spPr>
        <p:txBody>
          <a:bodyPr>
            <a:normAutofit/>
          </a:bodyPr>
          <a:lstStyle/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conceptual framework for evaluating LLM dataset quality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Treats data as an infrastructure layer for LLMs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from an analysis of 400+ research papers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dimensions:</a:t>
            </a:r>
          </a:p>
          <a:p>
            <a:pPr lvl="1"/>
            <a:r>
              <a:rPr lang="en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nclusiveness</a:t>
            </a:r>
          </a:p>
          <a:p>
            <a:pPr lvl="1"/>
            <a:r>
              <a:rPr lang="en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bundance</a:t>
            </a:r>
          </a:p>
          <a:p>
            <a:pPr lvl="1"/>
            <a:r>
              <a:rPr lang="en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rticulation</a:t>
            </a:r>
          </a:p>
          <a:p>
            <a:pPr lvl="1"/>
            <a:r>
              <a:rPr lang="en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anitization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8F89B9-CACD-6B9A-7FF7-371220C1F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838DDDC-B8AA-19A8-67D7-19BAC8613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E150426-E875-92AB-9E77-1E628E47B5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3579545-2304-4152-4670-9087B27A1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D72205-CC1C-3A2E-3C31-1110DFCE8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28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BB77C-E762-7509-F8C9-01D8DFF7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866139E-8035-02BA-933D-82AF2A02D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ED5F16-27E7-05AD-A7F3-0696D65EE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E3039-EF85-7CD5-F3C2-F74B46BB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Inclusiveness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21E69F-032D-F393-DD12-82BD1517D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7C0CAB6C-82DA-5CFA-978C-4F666AE73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8A9D9A2F-AB55-CEFE-062E-DE1FC82CA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C8685E63-4EDB-279D-A03F-1DF1ED36B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472FC7B7-2731-1047-2F58-D93DB96A0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1F4C-1591-FF57-AD4D-9E7FF97A2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323318"/>
            <a:ext cx="9833548" cy="3938227"/>
          </a:xfrm>
        </p:spPr>
        <p:txBody>
          <a:bodyPr>
            <a:normAutofit/>
          </a:bodyPr>
          <a:lstStyle/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and diverse coverage of knowledge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domains and task types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 in data sources, languages, and styles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multiple data modalities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9A0FE-1A49-11B1-A23C-DAFDCC39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CBF10D9-5E01-2732-DD1C-01B5B134B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3F1D514-3DED-96D6-F3E8-A1912F485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C19C07A-1AF2-B4E4-1212-F06FB651F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DE0A2-7C4D-F7B9-614D-3138EE369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6666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E1F7C-4EBA-B435-EAE2-4483CD8A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3A7FF50-64AB-1D2E-EA3F-C4FDC1FBE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6BC9AC-EA5A-E1AE-1D97-B7A1D2FA9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84141-623C-5BC2-7E17-09077E3D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Abundance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51D6F5-B708-1FBD-AB9C-3192DCC22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4658A5FE-ECD3-EFD8-D227-07D06A042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FD01AE9C-89EC-19BA-71DE-5DFC8F9D1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55446484-6D12-D0E8-99B7-8B291F5889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AA2CD963-292D-04A1-0F68-B11AD8155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4F78B-FB57-ACDD-E6CA-52CE67DC9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323318"/>
            <a:ext cx="9833548" cy="3938227"/>
          </a:xfrm>
        </p:spPr>
        <p:txBody>
          <a:bodyPr>
            <a:normAutofit/>
          </a:bodyPr>
          <a:lstStyle/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data volume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necessary,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not sufficient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data composition across domains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Purposefully constructed and balanced datasets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and stable model training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19F4E6-9A23-500E-CA53-0BBA9A23A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CDB8F5-02D4-F774-A76B-2B0925046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AA9C14-E390-F30E-2A9E-AE2033287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390BE36-7EDA-A8E6-4189-2E84BFEE0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115B38-48A5-2EBE-AD82-C24499CE8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917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9808B-EA34-D82C-3F90-5322EC30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09CE387-E96D-E71B-A45D-D2EBC132D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8B4EB8-3D0B-638C-B267-285280ADB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E8E5F-64D4-6B30-97C7-9A7766B0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Articulation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AD94539-13E7-C5CE-F522-52AF82F05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F3A488CD-C692-75E0-46BB-05191C0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C5CA4AC7-140D-8627-2D52-044E57898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971BF651-AE1A-FB20-9441-9C6CF45D69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EC29D756-C704-4FD3-036F-C39741435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BD807-B55C-53B5-BBF5-A29086C96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323318"/>
            <a:ext cx="9833548" cy="3938227"/>
          </a:xfrm>
        </p:spPr>
        <p:txBody>
          <a:bodyPr>
            <a:normAutofit/>
          </a:bodyPr>
          <a:lstStyle/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clean,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well-structured, and 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self-contained data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Instructive content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reasoning signals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reasoning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LLMs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B67C22-F994-0F51-380E-4A297A0ED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BE0AC14-7283-3182-8873-DCB764924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D102CA6-C4BF-7D7C-815F-384BEDFF28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BFEFF3B-870C-5E86-7C86-90C457F78A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91A1297-7B31-122B-9A3C-48CE013C9A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4992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23E7C-51B0-5A35-3AA1-4E5C5C9E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32E9BA9-6AEA-1926-4473-5FE3EB73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480894-FF34-EE86-127F-6609FC8DD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380049-3596-4A10-0563-3197E47BD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Sanitization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5DAF6B6-5A40-F51E-16D9-E3D0BA0B3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527653E6-9829-D9E7-9F04-82899E65D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0A537E77-7E33-5297-A7E2-A839EC537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BD9BED0F-C4B8-59D7-BE12-0407B7482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DA15B9FE-EFE8-5AD8-944E-372731273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1314-BF7D-0F0B-27EC-839C0A7D6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323318"/>
            <a:ext cx="9833548" cy="3938227"/>
          </a:xfrm>
        </p:spPr>
        <p:txBody>
          <a:bodyPr>
            <a:normAutofit/>
          </a:bodyPr>
          <a:lstStyle/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harmful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content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and data protection compliance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consistency 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mitigation for real-world deployment</a:t>
            </a:r>
          </a:p>
          <a:p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B4F67B-C262-B336-2C8D-611C23988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272115-A734-2EDA-82FC-5E392DC03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989BCCF-5577-EAD5-22AB-28B705B79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80F3514-D85D-C96C-C5CE-10A845420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C51E8CB-D8F1-1293-67EC-94CA53AF4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947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99962-9DF0-CF3E-1014-6BCB045F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E9FCB1-906B-ECA8-7DBA-EF1D74BE2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0765B2-D668-622A-2159-6EF31A3D0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4F460-F292-0431-67BF-B8A49EE04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IaaS Dimensions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A1E8C1-C6AB-EAF4-7CDD-CD912DA04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E8056D7A-D013-DA20-F4B6-F979961F3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70DA6DDC-EEFF-60D8-3F80-5086E6CBE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9B37005C-C722-FC2D-2123-CCF033A65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686848D4-3F78-BA47-74B1-334FE4C54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46DD41-5130-0A1C-3A07-705AF5E273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963358"/>
              </p:ext>
            </p:extLst>
          </p:nvPr>
        </p:nvGraphicFramePr>
        <p:xfrm>
          <a:off x="1179645" y="2382977"/>
          <a:ext cx="9832976" cy="3018320"/>
        </p:xfrm>
        <a:graphic>
          <a:graphicData uri="http://schemas.openxmlformats.org/drawingml/2006/table">
            <a:tbl>
              <a:tblPr/>
              <a:tblGrid>
                <a:gridCol w="2458244">
                  <a:extLst>
                    <a:ext uri="{9D8B030D-6E8A-4147-A177-3AD203B41FA5}">
                      <a16:colId xmlns:a16="http://schemas.microsoft.com/office/drawing/2014/main" val="2499076785"/>
                    </a:ext>
                  </a:extLst>
                </a:gridCol>
                <a:gridCol w="2458244">
                  <a:extLst>
                    <a:ext uri="{9D8B030D-6E8A-4147-A177-3AD203B41FA5}">
                      <a16:colId xmlns:a16="http://schemas.microsoft.com/office/drawing/2014/main" val="2094374941"/>
                    </a:ext>
                  </a:extLst>
                </a:gridCol>
                <a:gridCol w="2458244">
                  <a:extLst>
                    <a:ext uri="{9D8B030D-6E8A-4147-A177-3AD203B41FA5}">
                      <a16:colId xmlns:a16="http://schemas.microsoft.com/office/drawing/2014/main" val="1436649454"/>
                    </a:ext>
                  </a:extLst>
                </a:gridCol>
                <a:gridCol w="2458244">
                  <a:extLst>
                    <a:ext uri="{9D8B030D-6E8A-4147-A177-3AD203B41FA5}">
                      <a16:colId xmlns:a16="http://schemas.microsoft.com/office/drawing/2014/main" val="2709144108"/>
                    </a:ext>
                  </a:extLst>
                </a:gridCol>
              </a:tblGrid>
              <a:tr h="342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Dimension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Core Question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Focus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Risk if Missing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749006"/>
                  </a:ext>
                </a:extLst>
              </a:tr>
              <a:tr h="855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Inclusiveness</a:t>
                      </a:r>
                      <a:endParaRPr lang="en-US" sz="1700"/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i="1"/>
                        <a:t>What kinds of data?</a:t>
                      </a:r>
                      <a:endParaRPr lang="en-US" sz="1700"/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Diversity &amp; coverage (domains, tasks, modalities)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Poor generalization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78623"/>
                  </a:ext>
                </a:extLst>
              </a:tr>
              <a:tr h="598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Abundance</a:t>
                      </a:r>
                      <a:endParaRPr lang="en-US" sz="1700"/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i="1"/>
                        <a:t>How much data?</a:t>
                      </a:r>
                      <a:endParaRPr lang="en-US" sz="1700"/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Sufficient and balanced data volume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Bias &amp; overfitting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862442"/>
                  </a:ext>
                </a:extLst>
              </a:tr>
              <a:tr h="598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Articulation</a:t>
                      </a:r>
                      <a:endParaRPr lang="en-US" sz="1700"/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i="1"/>
                        <a:t>How is data expressed?</a:t>
                      </a:r>
                      <a:endParaRPr lang="en-US" sz="1700"/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Clarity, instruction, reasoning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Weak reasoning ability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580565"/>
                  </a:ext>
                </a:extLst>
              </a:tr>
              <a:tr h="598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Sanitization</a:t>
                      </a:r>
                      <a:endParaRPr lang="en-US" sz="1700"/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i="1"/>
                        <a:t>Is data safe?</a:t>
                      </a:r>
                      <a:endParaRPr lang="en-US" sz="1700"/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Privacy, ethics, risk control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Unsafe deployment</a:t>
                      </a:r>
                    </a:p>
                  </a:txBody>
                  <a:tcPr marL="85504" marR="85504" marT="42752" marB="427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611693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FDD13A8D-A849-1209-7AC3-1DBBFD0A6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CDC066-6DC4-37C9-9B5C-859207911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DAA8F8B-64E8-4917-9987-3C0EC13D4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6204285-DD0D-A406-7A84-3E91BB80D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E1BD2D8-B287-5F70-6607-44CFC1AB77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6844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EF227-9760-D2C4-A462-FE725573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27BA2CB-14B8-9B6E-5F3D-E47338CCB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DCE61A-4D6E-25CD-10FF-602D26A0B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A6A57-40D5-4BEF-DF67-ABDC69243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1B7DFF-E1A7-2C16-7E71-1FBA9AB5D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A9053DDC-6407-5358-E1A1-1F29B8E8F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9F135275-0BD7-138A-F363-FBCF0C176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68E2FBF6-521B-A6EB-66D6-3014AA70F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AC0835E6-B125-186C-65A4-473317A74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2A40D-10C4-8B1C-5C75-03970531E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323318"/>
            <a:ext cx="9833548" cy="3938227"/>
          </a:xfrm>
        </p:spPr>
        <p:txBody>
          <a:bodyPr>
            <a:normAutofit/>
          </a:bodyPr>
          <a:lstStyle/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 a foundational component of LLM performance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 provides a systematic framework for dataset evaluation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key dimensions: Inclusiveness, Abundance, Articulation,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Sanitization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LLM development requires a data-centric perspective</a:t>
            </a:r>
          </a:p>
          <a:p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9E0A2A-3625-3D5B-F847-F8D527FF0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8D8E1A1-287B-5581-A16F-D1BCAC8F2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1463BCB-DC84-A386-4229-8B3A359FF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BBF191-FAB3-6E5F-2FE8-BDDFD2CE5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06783B9-3F92-5586-B30D-DC0EBEB64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2426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DD3A7FD16CAC24AB14869E051BC66D7" ma:contentTypeVersion="3" ma:contentTypeDescription="Yeni belge oluşturun." ma:contentTypeScope="" ma:versionID="ed33ab56d05d4709465b58c5cb6c9623">
  <xsd:schema xmlns:xsd="http://www.w3.org/2001/XMLSchema" xmlns:xs="http://www.w3.org/2001/XMLSchema" xmlns:p="http://schemas.microsoft.com/office/2006/metadata/properties" xmlns:ns2="6bfd5f63-3232-42a0-8db4-2484f8efdeaa" targetNamespace="http://schemas.microsoft.com/office/2006/metadata/properties" ma:root="true" ma:fieldsID="6241f700414df0124bf534e6073065f8" ns2:_="">
    <xsd:import namespace="6bfd5f63-3232-42a0-8db4-2484f8efde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5f63-3232-42a0-8db4-2484f8efd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26B1D3-6F4B-4BAF-9C96-06879E07574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7522AEC-5553-4D75-9F51-BB6AADB0B7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7E9A14-3E79-4F68-80DD-C22494EBF2CD}"/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353</Words>
  <Application>Microsoft Office PowerPoint</Application>
  <PresentationFormat>Geniş ekran</PresentationFormat>
  <Paragraphs>90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2" baseType="lpstr">
      <vt:lpstr>Office Theme</vt:lpstr>
      <vt:lpstr>Evaluating LLM Dataset Quality: The IaaS Concept</vt:lpstr>
      <vt:lpstr>Introduction</vt:lpstr>
      <vt:lpstr>Outline</vt:lpstr>
      <vt:lpstr>Motivation- Why Data Quality Matters for LLM</vt:lpstr>
      <vt:lpstr>The IaaS Concept</vt:lpstr>
      <vt:lpstr>Inclusiveness</vt:lpstr>
      <vt:lpstr>Abundance</vt:lpstr>
      <vt:lpstr>Articulation</vt:lpstr>
      <vt:lpstr>Sanitization</vt:lpstr>
      <vt:lpstr>Comparison of IaaS Dimensions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Aslı Özkan</dc:creator>
  <cp:lastModifiedBy>Aslı Özkan</cp:lastModifiedBy>
  <cp:revision>9</cp:revision>
  <dcterms:created xsi:type="dcterms:W3CDTF">2025-12-16T13:28:43Z</dcterms:created>
  <dcterms:modified xsi:type="dcterms:W3CDTF">2026-01-11T11:32:11Z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0x010100FDD3A7FD16CAC24AB14869E051BC66D7</vt:lpwstr>
  </property>
</Properties>
</file>