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EF5F93-CAC9-43AF-A1C2-7228D7A3E3F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1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37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16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87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6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95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02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3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5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32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89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58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6477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62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579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16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608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7589" y="1970904"/>
            <a:ext cx="9787024" cy="2806478"/>
          </a:xfrm>
        </p:spPr>
        <p:txBody>
          <a:bodyPr>
            <a:normAutofit/>
          </a:bodyPr>
          <a:lstStyle/>
          <a:p>
            <a:r>
              <a:rPr lang="en-US" dirty="0"/>
              <a:t>Tesla-Quality Control and Production Optimization in the Automotive Sector 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Ali Görkem Yalçın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1373-3466-9C10-9599-F07B015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791C7-D972-4EF2-CB9B-56B42FB46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 EV production due to market growth while maintaining top-tier standards</a:t>
            </a:r>
          </a:p>
          <a:p>
            <a:r>
              <a:rPr lang="en-US" dirty="0"/>
              <a:t>Multidimensional strategy integrating data across the entire product lifecycle: Design -&gt; Manufacturing -&gt; QA -&gt; Delivery</a:t>
            </a:r>
          </a:p>
        </p:txBody>
      </p:sp>
    </p:spTree>
    <p:extLst>
      <p:ext uri="{BB962C8B-B14F-4D97-AF65-F5344CB8AC3E}">
        <p14:creationId xmlns:p14="http://schemas.microsoft.com/office/powerpoint/2010/main" val="346569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6CAA8-FDD1-7DF1-14B2-D72278A2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70FA0-4608-5956-EBE0-17C3F084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data to ensure quality control and detect defects</a:t>
            </a:r>
          </a:p>
          <a:p>
            <a:r>
              <a:rPr lang="en-US" dirty="0"/>
              <a:t>Using data analysis – machine learning to examine sensor data, production records, and quality measures in real time</a:t>
            </a:r>
          </a:p>
          <a:p>
            <a:r>
              <a:rPr lang="en-US" dirty="0"/>
              <a:t>Identifying deviations from normal executions to address irregularities.</a:t>
            </a:r>
          </a:p>
          <a:p>
            <a:r>
              <a:rPr lang="en-US" dirty="0"/>
              <a:t>Predictive maintenance techniques to optimize equipment performance at manufacturing plants</a:t>
            </a:r>
          </a:p>
          <a:p>
            <a:r>
              <a:rPr lang="en-US" dirty="0"/>
              <a:t>Forecasting and planning the maintenance of factory machinery to prevent unexpected interruptions(involuntary vacation days)</a:t>
            </a:r>
          </a:p>
        </p:txBody>
      </p:sp>
    </p:spTree>
    <p:extLst>
      <p:ext uri="{BB962C8B-B14F-4D97-AF65-F5344CB8AC3E}">
        <p14:creationId xmlns:p14="http://schemas.microsoft.com/office/powerpoint/2010/main" val="1148969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ECB7-E923-3D9D-EE52-C7CC425B6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C706-0BDB-DD63-30FD-CEE07076F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data analytics, Tesla finds possibilities to streamline production processes and, also bottlenecks as well</a:t>
            </a:r>
          </a:p>
          <a:p>
            <a:r>
              <a:rPr lang="en-US" dirty="0"/>
              <a:t>Putting automation technologies, robots, AI driven solutions which can scale production volumes by reducing cycle times</a:t>
            </a:r>
          </a:p>
          <a:p>
            <a:r>
              <a:rPr lang="en-US" dirty="0"/>
              <a:t>Utilizing machine learning algorithms to examine manufacturing data and identify the root causes of defects</a:t>
            </a:r>
          </a:p>
        </p:txBody>
      </p:sp>
    </p:spTree>
    <p:extLst>
      <p:ext uri="{BB962C8B-B14F-4D97-AF65-F5344CB8AC3E}">
        <p14:creationId xmlns:p14="http://schemas.microsoft.com/office/powerpoint/2010/main" val="395448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81BA-2560-4A0F-8268-9986087B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5C22-1D0A-D1E7-0DD2-1E62B439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396314"/>
            <a:ext cx="8915400" cy="4514908"/>
          </a:xfrm>
        </p:spPr>
        <p:txBody>
          <a:bodyPr/>
          <a:lstStyle/>
          <a:p>
            <a:r>
              <a:rPr lang="en-US" dirty="0"/>
              <a:t>Leveraging big data for quality control and process optimization, Tesla achieved 20% reduction in manufacturing defects and 30% improvement in production efficiency</a:t>
            </a:r>
          </a:p>
          <a:p>
            <a:r>
              <a:rPr lang="en-US" dirty="0"/>
              <a:t>Delivering high quality vehicles at scale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65760-4442-4361-CA5F-E6902904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2749379"/>
            <a:ext cx="7636004" cy="366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352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544D-24A8-83D8-3664-799570F74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and Future Research Directions –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6A04-2212-4B74-24B9-B180A359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Shifting the focus away from cloud -&gt; edge devices</a:t>
            </a:r>
          </a:p>
          <a:p>
            <a:r>
              <a:rPr lang="en-US" dirty="0"/>
              <a:t>Minimizing the latency – network overhead</a:t>
            </a:r>
          </a:p>
          <a:p>
            <a:r>
              <a:rPr lang="en-US" dirty="0"/>
              <a:t>Reducing the dependency to cloud</a:t>
            </a:r>
          </a:p>
        </p:txBody>
      </p:sp>
    </p:spTree>
    <p:extLst>
      <p:ext uri="{BB962C8B-B14F-4D97-AF65-F5344CB8AC3E}">
        <p14:creationId xmlns:p14="http://schemas.microsoft.com/office/powerpoint/2010/main" val="3985030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F6C50-4DA5-8BAA-061F-20A3F291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0F4D-5DF7-057D-55D0-80DBD169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responsiveness, necessary in autonomous vehicles – instant decision-maker products</a:t>
            </a:r>
          </a:p>
          <a:p>
            <a:r>
              <a:rPr lang="en-US" dirty="0"/>
              <a:t>Provides increased(!) data privacy and security</a:t>
            </a:r>
          </a:p>
          <a:p>
            <a:r>
              <a:rPr lang="en-US" dirty="0"/>
              <a:t>Reducing the exposure of data during transmission – storage -&gt; minimizing the risk of data breaches – unauthorized access</a:t>
            </a:r>
          </a:p>
          <a:p>
            <a:r>
              <a:rPr lang="en-US" dirty="0"/>
              <a:t>Lowering the attack surface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8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E6B1-509B-6097-1B4F-9D3A3326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BA63-0912-D714-DCAF-1546EE59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Managing the same product with different devices with different capabilities(mobile phone models)</a:t>
            </a:r>
          </a:p>
          <a:p>
            <a:r>
              <a:rPr lang="en-US" dirty="0"/>
              <a:t>Security is still needed; effective encryption is a must. Devices can get stolen</a:t>
            </a:r>
          </a:p>
          <a:p>
            <a:r>
              <a:rPr lang="en-US" dirty="0"/>
              <a:t>Battery problems, biometrics, Tesla, “green energy”</a:t>
            </a:r>
          </a:p>
        </p:txBody>
      </p:sp>
    </p:spTree>
    <p:extLst>
      <p:ext uri="{BB962C8B-B14F-4D97-AF65-F5344CB8AC3E}">
        <p14:creationId xmlns:p14="http://schemas.microsoft.com/office/powerpoint/2010/main" val="8742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4E1E0-0072-159A-EDF5-6DD716C1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889C0AF-4210-F2D4-D7A2-876ED34FF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679576"/>
              </p:ext>
            </p:extLst>
          </p:nvPr>
        </p:nvGraphicFramePr>
        <p:xfrm>
          <a:off x="315096" y="1359243"/>
          <a:ext cx="11670958" cy="52639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5479">
                  <a:extLst>
                    <a:ext uri="{9D8B030D-6E8A-4147-A177-3AD203B41FA5}">
                      <a16:colId xmlns:a16="http://schemas.microsoft.com/office/drawing/2014/main" val="4038943872"/>
                    </a:ext>
                  </a:extLst>
                </a:gridCol>
                <a:gridCol w="5835479">
                  <a:extLst>
                    <a:ext uri="{9D8B030D-6E8A-4147-A177-3AD203B41FA5}">
                      <a16:colId xmlns:a16="http://schemas.microsoft.com/office/drawing/2014/main" val="241641772"/>
                    </a:ext>
                  </a:extLst>
                </a:gridCol>
              </a:tblGrid>
              <a:tr h="4101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637640"/>
                  </a:ext>
                </a:extLst>
              </a:tr>
              <a:tr h="1314591">
                <a:tc>
                  <a:txBody>
                    <a:bodyPr/>
                    <a:lstStyle/>
                    <a:p>
                      <a:r>
                        <a:rPr lang="en-US" dirty="0"/>
                        <a:t>Edge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Shifting data processing and analytics closer to data sources (IoT devices, sensors, edge servers) rather than relying solely on centralized cloud servers.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337512"/>
                  </a:ext>
                </a:extLst>
              </a:tr>
              <a:tr h="1617957">
                <a:tc>
                  <a:txBody>
                    <a:bodyPr/>
                    <a:lstStyle/>
                    <a:p>
                      <a:r>
                        <a:rPr lang="en-US" dirty="0"/>
                        <a:t>Advancements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Enables real-time analytics and decentralized decision-making.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Enhances data privacy and security by processing data at the network edge.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33558"/>
                  </a:ext>
                </a:extLst>
              </a:tr>
              <a:tr h="1921324">
                <a:tc>
                  <a:txBody>
                    <a:bodyPr/>
                    <a:lstStyle/>
                    <a:p>
                      <a:r>
                        <a:rPr lang="en-US" dirty="0"/>
                        <a:t>Challenges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Managing different edge devices and resources efficiently.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Addressing security concerns related to data storage at the edge device.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/>
                        <a:t>Inefficient battery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5293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53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FE2F-1704-FC87-15DC-56728675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82F6-63C4-F9C9-9203-0ED12FCB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292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ed33ab56d05d4709465b58c5cb6c9623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6241f700414df0124bf534e6073065f8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9C8B81-24DF-4E3D-A83F-8BA2C65D3B88}"/>
</file>

<file path=customXml/itemProps2.xml><?xml version="1.0" encoding="utf-8"?>
<ds:datastoreItem xmlns:ds="http://schemas.openxmlformats.org/officeDocument/2006/customXml" ds:itemID="{DEDB5D51-2996-4452-849A-9B56936F98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E485E13-26C3-4B42-963A-0C8EAB7C90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3253</TotalTime>
  <Words>384</Words>
  <Application>Microsoft Office PowerPoint</Application>
  <PresentationFormat>Geniş ekran</PresentationFormat>
  <Paragraphs>42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1" baseType="lpstr">
      <vt:lpstr>Wisp</vt:lpstr>
      <vt:lpstr>Tesla-Quality Control and Production Optimization in the Automotive Sector </vt:lpstr>
      <vt:lpstr>Challenge</vt:lpstr>
      <vt:lpstr>Approach</vt:lpstr>
      <vt:lpstr>Approach</vt:lpstr>
      <vt:lpstr>Outcome</vt:lpstr>
      <vt:lpstr>Challenges and Future Research Directions – Edge Computing</vt:lpstr>
      <vt:lpstr>Advantages of Edge Computing</vt:lpstr>
      <vt:lpstr>Disadvantages of Edge Computing</vt:lpstr>
      <vt:lpstr>Summary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Ali Görkem</cp:lastModifiedBy>
  <cp:revision>344</cp:revision>
  <dcterms:created xsi:type="dcterms:W3CDTF">2025-04-09T22:53:16Z</dcterms:created>
  <dcterms:modified xsi:type="dcterms:W3CDTF">2026-01-11T18:08:26Z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